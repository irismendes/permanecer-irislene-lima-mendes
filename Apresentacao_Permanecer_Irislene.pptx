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Permanecer+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Sistema de acompanhamento da permanência escolar</a:t>
            </a:r>
          </a:p>
          <a:p>
            <a:pPr>
              <a:defRPr sz="2400"/>
            </a:pPr>
            <a:r>
              <a:t>Irislene Lima Mendes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Frequência, desempenho e atendimentos podem ficar dispersos, dificultando uma visão integrada.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Centralizar indicadores e registros para apoiar a equipe escolar.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Dashboard • Cadastro • Indicadores • Atendimentos • Histórico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O sistema recebe dados escolares, aplica regras de acompanhamento e apresenta os resultados para análise humana.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HTML5 • CSS3 • JavaScript • Node.js • Express • SQLite • API 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ESTUDANTE 1 ─── N ATENDIMENTO</a:t>
            </a:r>
          </a:p>
          <a:p>
            <a:pPr>
              <a:defRPr sz="2400"/>
            </a:pPr>
            <a:r>
              <a:t>Um estudante pode possuir vários registros.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1. Dashboard</a:t>
            </a:r>
          </a:p>
          <a:p>
            <a:pPr>
              <a:defRPr sz="2400"/>
            </a:pPr>
            <a:r>
              <a:t>2. Estudantes</a:t>
            </a:r>
          </a:p>
          <a:p>
            <a:pPr>
              <a:defRPr sz="2400"/>
            </a:pPr>
            <a:r>
              <a:t>3. Cadastro</a:t>
            </a:r>
          </a:p>
          <a:p>
            <a:pPr>
              <a:defRPr sz="2400"/>
            </a:pPr>
            <a:r>
              <a:t>4. Atendimento</a:t>
            </a:r>
          </a:p>
          <a:p>
            <a:pPr>
              <a:defRPr sz="2400"/>
            </a:pPr>
            <a:r>
              <a:t>5. Histórico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Dados fictícios na demonstração. Em produção: autenticação, autorização e proteção de dados pessoais.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O Permanecer+ organiza informações e apoia o acompanhamento preventivo da permanência escolar.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